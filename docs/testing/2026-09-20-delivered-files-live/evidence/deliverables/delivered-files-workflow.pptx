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e3e442f3cc4397" /><Relationship Type="http://schemas.openxmlformats.org/officeDocument/2006/relationships/extended-properties" Target="/docProps/app.xml" Id="R53d849e00d9c4bf4" /><Relationship Type="http://schemas.openxmlformats.org/officeDocument/2006/relationships/officeDocument" Target="/ppt/presentation.xml" Id="R12c387c79c5549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65427aeb3c4ad4"/>
  </p:sldMasterIdLst>
  <p:notesMasterIdLst>
    <p:notesMasterId xmlns:r="http://schemas.openxmlformats.org/officeDocument/2006/relationships" r:id="Rc38ecd255192456d"/>
  </p:notesMasterIdLst>
  <p:sldIdLst>
    <p:sldId xmlns:r="http://schemas.openxmlformats.org/officeDocument/2006/relationships" id="256" r:id="Re78a22de75cc44de"/>
    <p:sldId xmlns:r="http://schemas.openxmlformats.org/officeDocument/2006/relationships" id="257" r:id="Rf8944e06b0184949"/>
    <p:sldId xmlns:r="http://schemas.openxmlformats.org/officeDocument/2006/relationships" id="258" r:id="R607bfde9fc67460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e142a5ddd84d99" /><Relationship Type="http://schemas.openxmlformats.org/officeDocument/2006/relationships/slideMaster" Target="/ppt/slideMasters/slideMaster1.xml" Id="Rfe65427aeb3c4ad4" /><Relationship Type="http://schemas.openxmlformats.org/officeDocument/2006/relationships/notesMaster" Target="/ppt/notesMasters/notesMaster1.xml" Id="Rc38ecd255192456d" /><Relationship Type="http://schemas.openxmlformats.org/officeDocument/2006/relationships/presProps" Target="/ppt/presProps.xml" Id="R7ea7bc70c9424e66" /><Relationship Type="http://schemas.openxmlformats.org/officeDocument/2006/relationships/tableStyles" Target="/ppt/tableStyles.xml" Id="R6df3474d971045a9" /><Relationship Type="http://schemas.openxmlformats.org/officeDocument/2006/relationships/slide" Target="/ppt/slides/slide1.xml" Id="Re78a22de75cc44de" /><Relationship Type="http://schemas.openxmlformats.org/officeDocument/2006/relationships/slide" Target="/ppt/slides/slide2.xml" Id="Rf8944e06b0184949" /><Relationship Type="http://schemas.openxmlformats.org/officeDocument/2006/relationships/slide" Target="/ppt/slides/slide3.xml" Id="R607bfde9fc6746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87f71f272945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85077376ba4daf" /><Relationship Type="http://schemas.openxmlformats.org/officeDocument/2006/relationships/notesMaster" Target="/ppt/notesMasters/notesMaster1.xml" Id="R953c9a33b62641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e3db92d41145b5" /><Relationship Type="http://schemas.openxmlformats.org/officeDocument/2006/relationships/notesMaster" Target="/ppt/notesMasters/notesMaster1.xml" Id="Rba91d95321bf44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3aaa192643e4f4e" /><Relationship Type="http://schemas.openxmlformats.org/officeDocument/2006/relationships/notesMaster" Target="/ppt/notesMasters/notesMaster1.xml" Id="R94710b6ab4124d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docs/adr/0174-conversation-delivered-files.md; apps/clankie/src/delivered-files.ts; apps/relay/src/operator-conversations.ts; clankie-app DeliveredFileBlock and ExpoClankieFiles.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apps/clankie/src/delivered-files.ts; apps/clankie/src/app.ts; apps/relay/src/operator-conversations.ts; packages/command-center/src/composer/liveCaptainTransport.ts.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Linear VUH-1105 acceptance criteria and docs/testing/2026-09-20-delivered-files-live.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1e5b28255b47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de20b936e94c54" /><Relationship Type="http://schemas.openxmlformats.org/officeDocument/2006/relationships/slideLayout" Target="/ppt/slideLayouts/slideLayout1.xml" Id="Rb4c2a7fa464e46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c2a7fa464e46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8d5bc5a65641f7" /><Relationship Type="http://schemas.openxmlformats.org/officeDocument/2006/relationships/notesSlide" Target="/ppt/notesSlides/notesSlide1.xml" Id="Rfebc8c6608c64d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b3f69ebc484965" /><Relationship Type="http://schemas.openxmlformats.org/officeDocument/2006/relationships/chart" Target="/ppt/slides/charts/chart1.xml" Id="R0f049e70998441ce" /><Relationship Type="http://schemas.openxmlformats.org/officeDocument/2006/relationships/notesSlide" Target="/ppt/notesSlides/notesSlide2.xml" Id="R8f764b235da64a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05c06c974848e2" /><Relationship Type="http://schemas.openxmlformats.org/officeDocument/2006/relationships/notesSlide" Target="/ppt/notesSlides/notesSlide3.xml" Id="Rd3e32da89386448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Enforced</c:v>
          </c:tx>
          <c:spPr>
            <a:solidFill xmlns:a="http://schemas.openxmlformats.org/drawingml/2006/main">
              <a:srgbClr val="2D6A8A"/>
            </a:solidFill>
          </c:spPr>
          <c:cat>
            <c:strRef>
              <c:f>'Chart Data'!$A$2:$A$6</c:f>
              <c:strCache>
                <c:ptCount val="5"/>
                <c:pt idx="0">
                  <c:v>Workspace containment</c:v>
                </c:pt>
                <c:pt idx="1">
                  <c:v>15 MiB limit</c:v>
                </c:pt>
                <c:pt idx="2">
                  <c:v>Header authentication</c:v>
                </c:pt>
                <c:pt idx="3">
                  <c:v>Conversation and grant checks</c:v>
                </c:pt>
                <c:pt idx="4">
                  <c:v>No secret download URL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8136C1-EACD-48B6-BA76-5405B671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Delivered file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F5BAFB-F488-4604-97EC-61A09E67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4546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4546A"/>
                </a:solidFill>
                <a:latin typeface="Arial"/>
                <a:ea typeface="Arial"/>
                <a:cs typeface="Arial"/>
              </a:rPr>
              <a:t>A deliberate file event connects a conversation to exact stored bytes and the device system viewer.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CAAB81-9429-4260-8A32-036053C4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3E6D41-B529-427C-A2B7-37CF42DB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03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Publish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2E95CC-94A0-4CCF-8536-BDC23AC0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76600"/>
            <a:ext cx="2362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1F1F"/>
                </a:solidFill>
                <a:latin typeface="Arial"/>
                <a:ea typeface="Arial"/>
                <a:cs typeface="Arial"/>
              </a:rPr>
              <a:t>Resolve an authorized workspace file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DEC4EC-C6BF-4E25-861B-BB217283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9550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BBD92A-69D1-4C8F-B451-5C097BCD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003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Store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107BE0-6703-4E3D-BA3C-2A0634BC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76600"/>
            <a:ext cx="2362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1F1F"/>
                </a:solidFill>
                <a:latin typeface="Arial"/>
                <a:ea typeface="Arial"/>
                <a:cs typeface="Arial"/>
              </a:rPr>
              <a:t>Hash and retain private content addressed bytes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B58734-A2CF-473C-934D-974ACB29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9550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22D5F6-6FF7-4CAC-A3A1-6110D45F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003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8B66DC-E7E9-452E-A35D-1D04999D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76600"/>
            <a:ext cx="2362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1F1F"/>
                </a:solidFill>
                <a:latin typeface="Arial"/>
                <a:ea typeface="Arial"/>
                <a:cs typeface="Arial"/>
              </a:rPr>
              <a:t>Authenticate POST and return exact bytes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3671F1-F36F-4487-AFB4-8E5B4EA0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9550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19053D-D6F0-44FB-9E9F-FF74262BD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003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Open or share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490FD5-6470-435B-A895-292B03A2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76600"/>
            <a:ext cx="2362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1F1F"/>
                </a:solidFill>
                <a:latin typeface="Arial"/>
                <a:ea typeface="Arial"/>
                <a:cs typeface="Arial"/>
              </a:rPr>
              <a:t>Write protected local bytes and use native UI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1419C8-4D00-4778-BC24-A78E91F1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007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Source: ADR 0174 and the implemented captain, relay, and app consumer paths</a:t>
            </a:r>
          </a:p>
        </p:txBody>
      </p:sp>
    </p:spTree>
    <p:extLst>
      <p:ext uri="{BB962C8B-B14F-4D97-AF65-F5344CB8AC3E}">
        <p14:creationId xmlns:p14="http://schemas.microsoft.com/office/powerpoint/2010/main" val="803329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19DCA3-8677-413B-8EFF-D91EC68D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Trust boundaries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mlns:a="http://schemas.openxmlformats.org/drawingml/2006/main" x="742950" y="1381125"/>
          <a:ext xmlns:a="http://schemas.openxmlformats.org/drawingml/2006/main" cx="10668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f049e70998441ce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656DE2-2CE4-4235-BF21-BD661460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4546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4546A"/>
                </a:solidFill>
                <a:latin typeface="Arial"/>
                <a:ea typeface="Arial"/>
                <a:cs typeface="Arial"/>
              </a:rPr>
              <a:t>Each check fails closed before bytes reach an unrelated caller or path.</a:t>
            </a:r>
          </a:p>
        </p:txBody>
      </p:sp>
    </p:spTree>
    <p:extLst>
      <p:ext uri="{BB962C8B-B14F-4D97-AF65-F5344CB8AC3E}">
        <p14:creationId xmlns:p14="http://schemas.microsoft.com/office/powerpoint/2010/main" val="18724637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41FD91-1411-4EFC-B380-95954108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Four sourced deliverables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45CAF2-9891-46F6-820F-61707610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DOCX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EF8E34-59E1-46BE-9AFA-3210BDD4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466850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1F1F"/>
                </a:solidFill>
                <a:latin typeface="Arial"/>
                <a:ea typeface="Arial"/>
                <a:cs typeface="Arial"/>
              </a:rPr>
              <a:t>Implementation contract and acceptance plan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12B90A-0FAC-4A1E-92E2-59D2E65F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XLSX matrix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74D410-ABA7-441D-B710-E646ED43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590800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1F1F"/>
                </a:solidFill>
                <a:latin typeface="Arial"/>
                <a:ea typeface="Arial"/>
                <a:cs typeface="Arial"/>
              </a:rPr>
              <a:t>File types, media types, actions, and boundaries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BB80D7-1B3D-4645-AD5C-916B938E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PPTX deck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F5138E-492E-4160-AD8B-B7ADB549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714750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1F1F"/>
                </a:solidFill>
                <a:latin typeface="Arial"/>
                <a:ea typeface="Arial"/>
                <a:cs typeface="Arial"/>
              </a:rPr>
              <a:t>Workflow and security 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F0236A-8D97-4A0F-A2CC-2A272AB6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ZIP website bundle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1290CD-C27D-424F-BD13-9ED3FA8D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838700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1F1F"/>
                </a:solidFill>
                <a:latin typeface="Arial"/>
                <a:ea typeface="Arial"/>
                <a:cs typeface="Arial"/>
              </a:rPr>
              <a:t>Static HTML, CSS, JSON, README, and sources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F4A00F-5E11-4430-95B1-F07E4D1E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36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4546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4546A"/>
                </a:solidFill>
                <a:latin typeface="Arial"/>
                <a:ea typeface="Arial"/>
                <a:cs typeface="Arial"/>
              </a:rPr>
              <a:t>The isolated run publishes all four, retrieves them through the authenticated relay, restarts the host, and verifies byte identity again.</a:t>
            </a:r>
          </a:p>
        </p:txBody>
      </p:sp>
    </p:spTree>
    <p:extLst>
      <p:ext uri="{BB962C8B-B14F-4D97-AF65-F5344CB8AC3E}">
        <p14:creationId xmlns:p14="http://schemas.microsoft.com/office/powerpoint/2010/main" val="11743519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2026-09-20T21:54:56.3080000Z</dcterms:created>
  <dcterms:modified xsi:type="dcterms:W3CDTF">2026-09-20T21:54:56.3080000Z</dcterms:modified>
</coreProperties>
</file>